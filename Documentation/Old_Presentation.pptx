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57" r:id="rId6"/>
    <p:sldId id="258" r:id="rId7"/>
    <p:sldId id="259" r:id="rId8"/>
    <p:sldId id="260" r:id="rId9"/>
    <p:sldId id="261" r:id="rId10"/>
    <p:sldId id="267" r:id="rId11"/>
    <p:sldId id="268" r:id="rId12"/>
    <p:sldId id="269" r:id="rId13"/>
    <p:sldId id="270" r:id="rId14"/>
    <p:sldId id="27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4A08-70FA-E67A-FF71-C5B775F76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FFDDE-9C9A-E410-2A7E-5528FC5E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DC3DF-DFE6-31E6-A2B0-ACE83B1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66B5-78BD-42B9-4C35-15FF1EBE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C936-18D9-B5B5-F764-98DA62C9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74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479A-8CEF-BF98-C875-254D674B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0E34-CBFB-D3BB-E94A-AA9EBF63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E494D-5E74-6CC8-3177-B4260C54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FF6A7-6B93-1EEF-1ABE-E3FCC875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1610-6E5C-314F-9341-F9154B73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02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5DA4-931B-FAF5-92B2-3D8BB665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F4867-93C0-9FF5-1923-BD96D0571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7A78-9A27-EB47-9AA6-A990F35B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0989-5B9C-C1A8-EF1E-0C581003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D3E08-985F-066F-B177-5E9C9A52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52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8562-310A-8F7C-B843-DF1AAA0B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D9D1-9A64-5B20-1307-4549D1F57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F77E9-6E48-9ED2-9FCC-25178AFE4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E0B3-84D9-7B4B-F48D-3011AF5D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944F9-F00F-94C3-0208-054624AF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CA69F-FC1D-E721-4B70-218277F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8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3CEA-F288-586C-20C4-34E34C04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C3C83-00C7-7A30-656C-2CADB7B6B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45C6F-8F15-6F10-ADCC-4ED1C5ADE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83B37-2C28-1AEE-F343-600988B92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62C5E-0964-945A-5639-5D0C8926F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2F839-BFEE-6374-3D00-99789C04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A4BE0-B7BF-6557-0300-F8BE5B56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80334-775D-9EA8-F8F8-BC99EFAA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19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5F98-8441-9CD1-F386-3BD92AD2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7ED7F-000B-504C-1120-0964B66A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40376-C014-5F1E-E0C9-9723CB00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8BD8C-FD8E-C9DA-D87D-38B1F6BF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9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8445B-611A-2B5F-F230-B68C496E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B5DA6-7B4E-66E9-42F2-51599187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36FF3-9B6A-B22B-009B-E173D267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5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BDB8-9957-1BA5-0843-A1C49C78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9426-2773-B823-A04B-8CE780CD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7CE91-0CCC-D56E-D902-0B4E13FCD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9623A-1779-09E0-9B46-33069DAE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AC37D-4E9A-3393-2B3B-720D9907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972FA-E01F-F47D-8D8F-D8042FC2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69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F25B-62D6-E99A-8F41-593F8C04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3854A-D618-A025-B99F-A4C9E2344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7AD3A-4BEF-C529-986A-2F82DD41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4C1D1-182D-88BC-94CE-7B48B157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6EA92-2D34-ECF2-5684-0464B9C2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D013F-A34E-A88E-BC1A-EEC18A38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4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81D0-9F95-BBDE-8872-FDD78663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9DD27-4A01-D212-B0C6-41F064D1F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A7E43-FB64-FCD4-E26C-AF7DB496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7044E-44A8-C620-6F5D-0CDEF546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81926-E0DA-FBDF-702A-A61E4B2B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7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0D0E1-CBC6-281A-5F6E-C2D7252CA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5DCC4-7B4B-CF93-9C3F-B7BFB7117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897D-9AB8-55A8-D307-77AF7F5E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73180-5302-425F-7DBA-12D79FC6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D4C09-5F1A-2D46-7005-3B1D7BAE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0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27F79-66E5-9849-62AE-039DA785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AAA77-2C99-30AF-950C-0C0962DA3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E61CD-6690-3E1C-3E28-10CC2223C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EFBD2-9FD2-413C-A0F4-6E17DECFAE5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6006-EE9C-46CC-3470-7A6B5FB5B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1B598-B4D3-A82C-1672-0257BED8C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FA565-80CB-41D2-B661-A9C857514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51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29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3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29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29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3.png"/><Relationship Id="rId3" Type="http://schemas.openxmlformats.org/officeDocument/2006/relationships/image" Target="../media/image32.png"/><Relationship Id="rId7" Type="http://schemas.openxmlformats.org/officeDocument/2006/relationships/image" Target="../media/image7.png"/><Relationship Id="rId12" Type="http://schemas.openxmlformats.org/officeDocument/2006/relationships/image" Target="../media/image18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svg"/><Relationship Id="rId4" Type="http://schemas.openxmlformats.org/officeDocument/2006/relationships/image" Target="../media/image33.svg"/><Relationship Id="rId9" Type="http://schemas.openxmlformats.org/officeDocument/2006/relationships/image" Target="../media/image11.png"/><Relationship Id="rId1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40.png"/><Relationship Id="rId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41.jpg"/><Relationship Id="rId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2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43.jpg"/><Relationship Id="rId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44.png"/><Relationship Id="rId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29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1552932" y="5743262"/>
            <a:ext cx="3266632" cy="2229476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20473" y="6172201"/>
            <a:ext cx="2039886" cy="50069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76804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-449437" y="-715087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/>
          <p:cNvSpPr/>
          <p:nvPr/>
        </p:nvSpPr>
        <p:spPr>
          <a:xfrm>
            <a:off x="8457476" y="-1718795"/>
            <a:ext cx="2861616" cy="2580657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675929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print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939549" y="-1800067"/>
            <a:ext cx="3662039" cy="27432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print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747568">
            <a:off x="-1981561" y="2443545"/>
            <a:ext cx="3264065" cy="1823796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3220987" y="-1084338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 cstate="print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1506200" y="1508228"/>
            <a:ext cx="2383694" cy="2383694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print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13699" y="6062492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 cstate="print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-5282649">
            <a:off x="10960246" y="4647246"/>
            <a:ext cx="2255325" cy="769629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 cstate="print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1319092" y="-428430"/>
            <a:ext cx="2069681" cy="2228459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 cstate="print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2">
            <a:extLst>
              <a:ext uri="{FF2B5EF4-FFF2-40B4-BE49-F238E27FC236}">
                <a16:creationId xmlns:a16="http://schemas.microsoft.com/office/drawing/2014/main" id="{B508AB65-2684-82CB-DE58-6D2B60D65ECB}"/>
              </a:ext>
            </a:extLst>
          </p:cNvPr>
          <p:cNvSpPr/>
          <p:nvPr/>
        </p:nvSpPr>
        <p:spPr>
          <a:xfrm>
            <a:off x="2039386" y="1056879"/>
            <a:ext cx="1266547" cy="1266547"/>
          </a:xfrm>
          <a:custGeom>
            <a:avLst/>
            <a:gdLst/>
            <a:ahLst/>
            <a:cxnLst/>
            <a:rect l="l" t="t" r="r" b="b"/>
            <a:pathLst>
              <a:path w="1899820" h="1899820">
                <a:moveTo>
                  <a:pt x="0" y="0"/>
                </a:moveTo>
                <a:lnTo>
                  <a:pt x="1899819" y="0"/>
                </a:lnTo>
                <a:lnTo>
                  <a:pt x="1899819" y="1899819"/>
                </a:lnTo>
                <a:lnTo>
                  <a:pt x="0" y="1899819"/>
                </a:lnTo>
                <a:lnTo>
                  <a:pt x="0" y="0"/>
                </a:lnTo>
                <a:close/>
              </a:path>
            </a:pathLst>
          </a:custGeom>
          <a:blipFill>
            <a:blip r:embed="rId28" cstate="print"/>
            <a:stretch>
              <a:fillRect/>
            </a:stretch>
          </a:blipFill>
        </p:spPr>
      </p:sp>
      <p:sp>
        <p:nvSpPr>
          <p:cNvPr id="21" name="Freeform 23">
            <a:extLst>
              <a:ext uri="{FF2B5EF4-FFF2-40B4-BE49-F238E27FC236}">
                <a16:creationId xmlns:a16="http://schemas.microsoft.com/office/drawing/2014/main" id="{2557E010-FC25-A233-3190-67C22463B7FE}"/>
              </a:ext>
            </a:extLst>
          </p:cNvPr>
          <p:cNvSpPr/>
          <p:nvPr/>
        </p:nvSpPr>
        <p:spPr>
          <a:xfrm>
            <a:off x="8995195" y="1135680"/>
            <a:ext cx="1131911" cy="1187745"/>
          </a:xfrm>
          <a:custGeom>
            <a:avLst/>
            <a:gdLst/>
            <a:ahLst/>
            <a:cxnLst/>
            <a:rect l="l" t="t" r="r" b="b"/>
            <a:pathLst>
              <a:path w="1697866" h="1781617">
                <a:moveTo>
                  <a:pt x="0" y="0"/>
                </a:moveTo>
                <a:lnTo>
                  <a:pt x="1697866" y="0"/>
                </a:lnTo>
                <a:lnTo>
                  <a:pt x="1697866" y="1781617"/>
                </a:lnTo>
                <a:lnTo>
                  <a:pt x="0" y="1781617"/>
                </a:lnTo>
                <a:lnTo>
                  <a:pt x="0" y="0"/>
                </a:lnTo>
                <a:close/>
              </a:path>
            </a:pathLst>
          </a:custGeom>
          <a:blipFill>
            <a:blip r:embed="rId29" cstate="print"/>
            <a:stretch>
              <a:fillRect/>
            </a:stretch>
          </a:blipFill>
        </p:spPr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C9E53EA8-7702-7CDA-D639-D9ACE21C009D}"/>
              </a:ext>
            </a:extLst>
          </p:cNvPr>
          <p:cNvSpPr txBox="1"/>
          <p:nvPr/>
        </p:nvSpPr>
        <p:spPr>
          <a:xfrm>
            <a:off x="3305933" y="1084880"/>
            <a:ext cx="5689263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7"/>
              </a:lnSpc>
            </a:pPr>
            <a:r>
              <a:rPr lang="en-US" sz="2533" b="1" spc="14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MALLA REDDY COLLEGE OF </a:t>
            </a:r>
          </a:p>
          <a:p>
            <a:pPr algn="ctr">
              <a:lnSpc>
                <a:spcPts val="3547"/>
              </a:lnSpc>
              <a:spcBef>
                <a:spcPct val="0"/>
              </a:spcBef>
            </a:pPr>
            <a:r>
              <a:rPr lang="en-US" sz="2533" b="1" spc="14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ENGINEERING &amp; TECHNOLOGY</a:t>
            </a: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7DD4A5A1-8A06-AAAD-B86A-3166299CEE06}"/>
              </a:ext>
            </a:extLst>
          </p:cNvPr>
          <p:cNvSpPr txBox="1"/>
          <p:nvPr/>
        </p:nvSpPr>
        <p:spPr>
          <a:xfrm>
            <a:off x="3520246" y="2028960"/>
            <a:ext cx="5260637" cy="24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  <a:spcBef>
                <a:spcPct val="0"/>
              </a:spcBef>
            </a:pPr>
            <a:r>
              <a:rPr lang="en-US" sz="1533" spc="8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(Autonomous Institution -UGC, Govt of India)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E749574-AD2F-5247-6D2A-440CB37C8713}"/>
              </a:ext>
            </a:extLst>
          </p:cNvPr>
          <p:cNvSpPr txBox="1"/>
          <p:nvPr/>
        </p:nvSpPr>
        <p:spPr>
          <a:xfrm>
            <a:off x="1436421" y="3844296"/>
            <a:ext cx="9645863" cy="1417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44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AI-Driven Automated Video Generator for Content Creation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6C70FE-A71F-FFE6-1AF1-9B4857E6AF0F}"/>
              </a:ext>
            </a:extLst>
          </p:cNvPr>
          <p:cNvSpPr txBox="1"/>
          <p:nvPr/>
        </p:nvSpPr>
        <p:spPr>
          <a:xfrm>
            <a:off x="1085907" y="2851519"/>
            <a:ext cx="10326739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7"/>
              </a:lnSpc>
              <a:spcBef>
                <a:spcPct val="0"/>
              </a:spcBef>
            </a:pPr>
            <a:r>
              <a:rPr lang="en-US" sz="3334" b="1" spc="467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APPLICATION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C23C-9F6B-514E-563A-4B0E4705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">
            <a:extLst>
              <a:ext uri="{FF2B5EF4-FFF2-40B4-BE49-F238E27FC236}">
                <a16:creationId xmlns:a16="http://schemas.microsoft.com/office/drawing/2014/main" id="{7AC21051-FF83-311A-8033-36C592CDC112}"/>
              </a:ext>
            </a:extLst>
          </p:cNvPr>
          <p:cNvSpPr/>
          <p:nvPr/>
        </p:nvSpPr>
        <p:spPr>
          <a:xfrm rot="162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12F6BD-74B7-DC20-CFE7-5DD2F0490FDD}"/>
              </a:ext>
            </a:extLst>
          </p:cNvPr>
          <p:cNvSpPr/>
          <p:nvPr/>
        </p:nvSpPr>
        <p:spPr>
          <a:xfrm>
            <a:off x="-1552932" y="5743262"/>
            <a:ext cx="3266632" cy="2229476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39692D4-2CBD-7DC9-CA73-5612451DB805}"/>
              </a:ext>
            </a:extLst>
          </p:cNvPr>
          <p:cNvSpPr/>
          <p:nvPr/>
        </p:nvSpPr>
        <p:spPr>
          <a:xfrm>
            <a:off x="4020473" y="6172201"/>
            <a:ext cx="2039886" cy="50069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403D1F5-BF89-7318-252A-60DC69389CBC}"/>
              </a:ext>
            </a:extLst>
          </p:cNvPr>
          <p:cNvSpPr/>
          <p:nvPr/>
        </p:nvSpPr>
        <p:spPr>
          <a:xfrm>
            <a:off x="9476804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54A669-25B1-6C05-31D7-052BDF806255}"/>
              </a:ext>
            </a:extLst>
          </p:cNvPr>
          <p:cNvSpPr/>
          <p:nvPr/>
        </p:nvSpPr>
        <p:spPr>
          <a:xfrm>
            <a:off x="-449437" y="-715087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C09C116-A372-F6EC-03D6-1C95B81932F3}"/>
              </a:ext>
            </a:extLst>
          </p:cNvPr>
          <p:cNvSpPr/>
          <p:nvPr/>
        </p:nvSpPr>
        <p:spPr>
          <a:xfrm>
            <a:off x="8457476" y="-1718795"/>
            <a:ext cx="2861616" cy="2580657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7C09596-0771-77E7-FF12-589F73E51AC7}"/>
              </a:ext>
            </a:extLst>
          </p:cNvPr>
          <p:cNvSpPr/>
          <p:nvPr/>
        </p:nvSpPr>
        <p:spPr>
          <a:xfrm>
            <a:off x="675929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2DE3D60-04EE-C6F3-8E45-948FE1338186}"/>
              </a:ext>
            </a:extLst>
          </p:cNvPr>
          <p:cNvSpPr/>
          <p:nvPr/>
        </p:nvSpPr>
        <p:spPr>
          <a:xfrm>
            <a:off x="4939549" y="-1800067"/>
            <a:ext cx="3662039" cy="27432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print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C17A4E2-DA76-C193-0055-B9491539D426}"/>
              </a:ext>
            </a:extLst>
          </p:cNvPr>
          <p:cNvSpPr/>
          <p:nvPr/>
        </p:nvSpPr>
        <p:spPr>
          <a:xfrm rot="4747568">
            <a:off x="-1981561" y="2443545"/>
            <a:ext cx="3264065" cy="1823796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7913386-EF7E-7BF3-B74D-41D635B667C4}"/>
              </a:ext>
            </a:extLst>
          </p:cNvPr>
          <p:cNvSpPr/>
          <p:nvPr/>
        </p:nvSpPr>
        <p:spPr>
          <a:xfrm>
            <a:off x="3220987" y="-1084338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print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7ACF0FC-001C-C075-21B6-DFFE2EA5E39C}"/>
              </a:ext>
            </a:extLst>
          </p:cNvPr>
          <p:cNvSpPr/>
          <p:nvPr/>
        </p:nvSpPr>
        <p:spPr>
          <a:xfrm>
            <a:off x="11506200" y="1508228"/>
            <a:ext cx="2383694" cy="2383694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print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69022F8-C9A6-01FA-D610-B484E6824362}"/>
              </a:ext>
            </a:extLst>
          </p:cNvPr>
          <p:cNvSpPr/>
          <p:nvPr/>
        </p:nvSpPr>
        <p:spPr>
          <a:xfrm>
            <a:off x="1713699" y="6062492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 cstate="print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67253D4-174F-91B0-FFB5-BA46395E249B}"/>
              </a:ext>
            </a:extLst>
          </p:cNvPr>
          <p:cNvSpPr/>
          <p:nvPr/>
        </p:nvSpPr>
        <p:spPr>
          <a:xfrm rot="-5282649">
            <a:off x="10960246" y="4647246"/>
            <a:ext cx="2255325" cy="769629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 cstate="print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48DCD93-287B-EDBB-EA3C-9A3FB06B0EB0}"/>
              </a:ext>
            </a:extLst>
          </p:cNvPr>
          <p:cNvSpPr/>
          <p:nvPr/>
        </p:nvSpPr>
        <p:spPr>
          <a:xfrm>
            <a:off x="11319092" y="-428430"/>
            <a:ext cx="2069681" cy="2228459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 cstate="print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C4C44AB-276B-2F4E-FE7F-643AB13E35B3}"/>
              </a:ext>
            </a:extLst>
          </p:cNvPr>
          <p:cNvSpPr/>
          <p:nvPr/>
        </p:nvSpPr>
        <p:spPr>
          <a:xfrm>
            <a:off x="2964774" y="1119663"/>
            <a:ext cx="483323" cy="613744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9" cstate="print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47">
            <a:extLst>
              <a:ext uri="{FF2B5EF4-FFF2-40B4-BE49-F238E27FC236}">
                <a16:creationId xmlns:a16="http://schemas.microsoft.com/office/drawing/2014/main" id="{27B8316C-73B8-B631-58EA-AE32740FC2F4}"/>
              </a:ext>
            </a:extLst>
          </p:cNvPr>
          <p:cNvSpPr txBox="1"/>
          <p:nvPr/>
        </p:nvSpPr>
        <p:spPr>
          <a:xfrm>
            <a:off x="2016492" y="3845925"/>
            <a:ext cx="475924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867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GUIDED BY:</a:t>
            </a:r>
          </a:p>
          <a:p>
            <a:pPr>
              <a:lnSpc>
                <a:spcPts val="2800"/>
              </a:lnSpc>
            </a:pPr>
            <a:r>
              <a:rPr lang="en-US" sz="24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DR. L. MELINDA</a:t>
            </a:r>
          </a:p>
          <a:p>
            <a:pPr>
              <a:lnSpc>
                <a:spcPts val="2800"/>
              </a:lnSpc>
            </a:pPr>
            <a:r>
              <a:rPr lang="en-US" sz="24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</a:t>
            </a:r>
            <a:r>
              <a:rPr lang="en-US" sz="2133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- Assistant Professor</a:t>
            </a:r>
          </a:p>
        </p:txBody>
      </p:sp>
      <p:sp>
        <p:nvSpPr>
          <p:cNvPr id="21" name="TextBox 48">
            <a:extLst>
              <a:ext uri="{FF2B5EF4-FFF2-40B4-BE49-F238E27FC236}">
                <a16:creationId xmlns:a16="http://schemas.microsoft.com/office/drawing/2014/main" id="{AF74C856-BAED-049D-70CF-66CF4AAFB581}"/>
              </a:ext>
            </a:extLst>
          </p:cNvPr>
          <p:cNvSpPr txBox="1"/>
          <p:nvPr/>
        </p:nvSpPr>
        <p:spPr>
          <a:xfrm>
            <a:off x="6673082" y="3845925"/>
            <a:ext cx="4399209" cy="116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3"/>
              </a:lnSpc>
            </a:pPr>
            <a:r>
              <a:rPr lang="en-US" sz="1867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TEAM:</a:t>
            </a:r>
          </a:p>
          <a:p>
            <a:pPr>
              <a:lnSpc>
                <a:spcPts val="2333"/>
              </a:lnSpc>
            </a:pPr>
            <a:r>
              <a:rPr lang="en-US" sz="1867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D. ANIRUDH (22N31A6648)</a:t>
            </a:r>
          </a:p>
          <a:p>
            <a:pPr>
              <a:lnSpc>
                <a:spcPts val="2333"/>
              </a:lnSpc>
            </a:pPr>
            <a:r>
              <a:rPr lang="en-US" sz="1867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B. VIGNESH REDDY(22N31A6626)</a:t>
            </a:r>
          </a:p>
          <a:p>
            <a:pPr>
              <a:lnSpc>
                <a:spcPts val="2333"/>
              </a:lnSpc>
            </a:pPr>
            <a:r>
              <a:rPr lang="en-US" sz="1867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B. RANJITH KUMAR (22N31A6622)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57042891-3C12-799F-9868-7BD5E0DE629B}"/>
              </a:ext>
            </a:extLst>
          </p:cNvPr>
          <p:cNvSpPr txBox="1"/>
          <p:nvPr/>
        </p:nvSpPr>
        <p:spPr>
          <a:xfrm>
            <a:off x="1508107" y="1882778"/>
            <a:ext cx="9104503" cy="1417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44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AI-Driven Automated Video Generator for Content Creation</a:t>
            </a:r>
          </a:p>
        </p:txBody>
      </p:sp>
    </p:spTree>
    <p:extLst>
      <p:ext uri="{BB962C8B-B14F-4D97-AF65-F5344CB8AC3E}">
        <p14:creationId xmlns:p14="http://schemas.microsoft.com/office/powerpoint/2010/main" val="115687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9C63-B5F1-ED76-125D-CFA3BE1E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436AC34F-0FDF-1B76-0853-76A1898AB359}"/>
              </a:ext>
            </a:extLst>
          </p:cNvPr>
          <p:cNvSpPr/>
          <p:nvPr/>
        </p:nvSpPr>
        <p:spPr>
          <a:xfrm rot="162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r>
              <a:rPr lang="en-IN" sz="1200" dirty="0"/>
              <a:t>Content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1C6FFA-1B8C-706E-F264-BD82A1ADC6FC}"/>
              </a:ext>
            </a:extLst>
          </p:cNvPr>
          <p:cNvSpPr/>
          <p:nvPr/>
        </p:nvSpPr>
        <p:spPr>
          <a:xfrm>
            <a:off x="-1552932" y="5743262"/>
            <a:ext cx="3266632" cy="2229476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49C174E-2E45-B4B5-C125-794BFB0C5DE0}"/>
              </a:ext>
            </a:extLst>
          </p:cNvPr>
          <p:cNvSpPr/>
          <p:nvPr/>
        </p:nvSpPr>
        <p:spPr>
          <a:xfrm>
            <a:off x="4020473" y="6172201"/>
            <a:ext cx="2039886" cy="50069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8C7CB4-4043-9414-EC55-4517A1688790}"/>
              </a:ext>
            </a:extLst>
          </p:cNvPr>
          <p:cNvSpPr/>
          <p:nvPr/>
        </p:nvSpPr>
        <p:spPr>
          <a:xfrm>
            <a:off x="9476804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5F28931-0F7A-3BDD-3C95-18BACFE95703}"/>
              </a:ext>
            </a:extLst>
          </p:cNvPr>
          <p:cNvSpPr/>
          <p:nvPr/>
        </p:nvSpPr>
        <p:spPr>
          <a:xfrm>
            <a:off x="-449437" y="-715087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F752D82-519B-F843-2038-5EB9BC870903}"/>
              </a:ext>
            </a:extLst>
          </p:cNvPr>
          <p:cNvSpPr/>
          <p:nvPr/>
        </p:nvSpPr>
        <p:spPr>
          <a:xfrm>
            <a:off x="8457476" y="-1718795"/>
            <a:ext cx="2861616" cy="2580657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AB8917B-66AC-6909-3F0A-7B5B5486F092}"/>
              </a:ext>
            </a:extLst>
          </p:cNvPr>
          <p:cNvSpPr/>
          <p:nvPr/>
        </p:nvSpPr>
        <p:spPr>
          <a:xfrm>
            <a:off x="675929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4DA6CE9-712E-AD1A-4223-7EDFCD125081}"/>
              </a:ext>
            </a:extLst>
          </p:cNvPr>
          <p:cNvSpPr/>
          <p:nvPr/>
        </p:nvSpPr>
        <p:spPr>
          <a:xfrm>
            <a:off x="4939549" y="-1800067"/>
            <a:ext cx="3662039" cy="27432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print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D1548CC-3C9E-CFC4-CC7D-0CC2B8D6EC6C}"/>
              </a:ext>
            </a:extLst>
          </p:cNvPr>
          <p:cNvSpPr/>
          <p:nvPr/>
        </p:nvSpPr>
        <p:spPr>
          <a:xfrm rot="4747568">
            <a:off x="-1981561" y="2443545"/>
            <a:ext cx="3264065" cy="1823796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354D4C0-6880-0778-E718-77DA7A3197D4}"/>
              </a:ext>
            </a:extLst>
          </p:cNvPr>
          <p:cNvSpPr/>
          <p:nvPr/>
        </p:nvSpPr>
        <p:spPr>
          <a:xfrm>
            <a:off x="3220987" y="-1084338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print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3FE6293-21A7-F6BF-6906-C319ABB4681E}"/>
              </a:ext>
            </a:extLst>
          </p:cNvPr>
          <p:cNvSpPr/>
          <p:nvPr/>
        </p:nvSpPr>
        <p:spPr>
          <a:xfrm>
            <a:off x="11506200" y="1508228"/>
            <a:ext cx="2383694" cy="2383694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print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59D8034-179A-4932-31F8-3A522ED7C1CE}"/>
              </a:ext>
            </a:extLst>
          </p:cNvPr>
          <p:cNvSpPr/>
          <p:nvPr/>
        </p:nvSpPr>
        <p:spPr>
          <a:xfrm>
            <a:off x="1713699" y="6062492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 cstate="print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B6A86D5-03BF-0A8C-E470-5CCC9AE8D071}"/>
              </a:ext>
            </a:extLst>
          </p:cNvPr>
          <p:cNvSpPr/>
          <p:nvPr/>
        </p:nvSpPr>
        <p:spPr>
          <a:xfrm rot="-5282649">
            <a:off x="10960246" y="4647246"/>
            <a:ext cx="2255325" cy="769629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 cstate="print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B3B898F-0FAD-38AA-F6E1-90CF478071EE}"/>
              </a:ext>
            </a:extLst>
          </p:cNvPr>
          <p:cNvSpPr/>
          <p:nvPr/>
        </p:nvSpPr>
        <p:spPr>
          <a:xfrm>
            <a:off x="11319092" y="-428430"/>
            <a:ext cx="2069681" cy="2228459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 cstate="print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3ACAB-81F0-CB8E-A256-824DE6AB40F3}"/>
              </a:ext>
            </a:extLst>
          </p:cNvPr>
          <p:cNvSpPr txBox="1"/>
          <p:nvPr/>
        </p:nvSpPr>
        <p:spPr>
          <a:xfrm>
            <a:off x="2576040" y="1508229"/>
            <a:ext cx="6161561" cy="382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933" b="1" dirty="0">
                <a:latin typeface="DM Sans" pitchFamily="2" charset="0"/>
              </a:rPr>
              <a:t>Table of Contents: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Abstract 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Introduction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Purpose of the Project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Existing System Proposed System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Software Requirements and Hardware Requirements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System Architecture</a:t>
            </a:r>
          </a:p>
          <a:p>
            <a:pPr marL="381019" indent="-381019">
              <a:buFont typeface="Wingdings" panose="05000000000000000000" pitchFamily="2" charset="2"/>
              <a:buChar char="Ø"/>
            </a:pPr>
            <a:r>
              <a:rPr lang="en-IN" sz="2667" dirty="0">
                <a:latin typeface="DM Sans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6612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F377-D787-C2A6-AE90-C9801210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">
            <a:extLst>
              <a:ext uri="{FF2B5EF4-FFF2-40B4-BE49-F238E27FC236}">
                <a16:creationId xmlns:a16="http://schemas.microsoft.com/office/drawing/2014/main" id="{9B2D4BFB-DEEB-9716-1FE3-4A735455F958}"/>
              </a:ext>
            </a:extLst>
          </p:cNvPr>
          <p:cNvSpPr/>
          <p:nvPr/>
        </p:nvSpPr>
        <p:spPr>
          <a:xfrm rot="162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025402-B44D-EF86-2A6A-92B7EF299003}"/>
              </a:ext>
            </a:extLst>
          </p:cNvPr>
          <p:cNvSpPr/>
          <p:nvPr/>
        </p:nvSpPr>
        <p:spPr>
          <a:xfrm>
            <a:off x="-1552932" y="5743262"/>
            <a:ext cx="3266632" cy="2229476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E4B97F-CD28-9FD6-8220-A54D9BC0117D}"/>
              </a:ext>
            </a:extLst>
          </p:cNvPr>
          <p:cNvSpPr/>
          <p:nvPr/>
        </p:nvSpPr>
        <p:spPr>
          <a:xfrm>
            <a:off x="4020473" y="6172201"/>
            <a:ext cx="2039886" cy="50069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BA15903-0540-BB4A-A7BF-D0CBDB95A2E6}"/>
              </a:ext>
            </a:extLst>
          </p:cNvPr>
          <p:cNvSpPr/>
          <p:nvPr/>
        </p:nvSpPr>
        <p:spPr>
          <a:xfrm>
            <a:off x="9476804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454A82E-4E0C-71F1-19EE-1A3E96ABF913}"/>
              </a:ext>
            </a:extLst>
          </p:cNvPr>
          <p:cNvSpPr/>
          <p:nvPr/>
        </p:nvSpPr>
        <p:spPr>
          <a:xfrm>
            <a:off x="-449437" y="-715087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6BE6A8-F31E-9D94-CC67-E1B198679892}"/>
              </a:ext>
            </a:extLst>
          </p:cNvPr>
          <p:cNvSpPr/>
          <p:nvPr/>
        </p:nvSpPr>
        <p:spPr>
          <a:xfrm>
            <a:off x="8457476" y="-1718795"/>
            <a:ext cx="2861616" cy="2580657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311B8F7-1142-2590-A30B-EE2195A734AF}"/>
              </a:ext>
            </a:extLst>
          </p:cNvPr>
          <p:cNvSpPr/>
          <p:nvPr/>
        </p:nvSpPr>
        <p:spPr>
          <a:xfrm>
            <a:off x="675929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BB9C188-F8F4-C33C-0DF8-F73BA71126D1}"/>
              </a:ext>
            </a:extLst>
          </p:cNvPr>
          <p:cNvSpPr/>
          <p:nvPr/>
        </p:nvSpPr>
        <p:spPr>
          <a:xfrm>
            <a:off x="4939549" y="-1800067"/>
            <a:ext cx="3662039" cy="27432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print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EFA330D-E022-D17B-6AA5-704C592F2DC8}"/>
              </a:ext>
            </a:extLst>
          </p:cNvPr>
          <p:cNvSpPr/>
          <p:nvPr/>
        </p:nvSpPr>
        <p:spPr>
          <a:xfrm rot="4747568">
            <a:off x="-1981561" y="2443545"/>
            <a:ext cx="3264065" cy="1823796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92E548-6D19-D86A-60A5-91888E13DBA2}"/>
              </a:ext>
            </a:extLst>
          </p:cNvPr>
          <p:cNvSpPr/>
          <p:nvPr/>
        </p:nvSpPr>
        <p:spPr>
          <a:xfrm>
            <a:off x="3220987" y="-1084338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print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1DA3882-D816-72A4-AC8E-2C25BFA1BF3A}"/>
              </a:ext>
            </a:extLst>
          </p:cNvPr>
          <p:cNvSpPr/>
          <p:nvPr/>
        </p:nvSpPr>
        <p:spPr>
          <a:xfrm>
            <a:off x="11506200" y="1508228"/>
            <a:ext cx="2383694" cy="2383694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print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288A9F2-A0EF-352E-9B67-5BE993367271}"/>
              </a:ext>
            </a:extLst>
          </p:cNvPr>
          <p:cNvSpPr/>
          <p:nvPr/>
        </p:nvSpPr>
        <p:spPr>
          <a:xfrm>
            <a:off x="1713699" y="6062492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 cstate="print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2DB31DD-3625-755F-BEB9-ABDD2CEF0F6F}"/>
              </a:ext>
            </a:extLst>
          </p:cNvPr>
          <p:cNvSpPr/>
          <p:nvPr/>
        </p:nvSpPr>
        <p:spPr>
          <a:xfrm rot="-5282649">
            <a:off x="10960246" y="4647246"/>
            <a:ext cx="2255325" cy="769629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 cstate="print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80F2B23-2B7E-D912-B484-E9FB55FDB043}"/>
              </a:ext>
            </a:extLst>
          </p:cNvPr>
          <p:cNvSpPr/>
          <p:nvPr/>
        </p:nvSpPr>
        <p:spPr>
          <a:xfrm>
            <a:off x="11319092" y="-428430"/>
            <a:ext cx="2069681" cy="2228459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 cstate="print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A71FEBEF-F6F5-DF3C-3F4D-B34054D0A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466" y="1038236"/>
            <a:ext cx="995261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0963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DM Sans" pitchFamily="2" charset="0"/>
              </a:rPr>
              <a:t>Abstract:</a:t>
            </a:r>
          </a:p>
          <a:p>
            <a:pPr algn="just"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DM Sans" pitchFamily="2" charset="0"/>
              </a:rPr>
              <a:t> </a:t>
            </a:r>
            <a:r>
              <a:rPr lang="en-US" altLang="en-US" sz="2400" dirty="0">
                <a:latin typeface="DM Sans" pitchFamily="2" charset="0"/>
              </a:rPr>
              <a:t>The rapid growth of social media demands tools for effortless content creation.</a:t>
            </a:r>
          </a:p>
          <a:p>
            <a:pPr algn="just"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 Traditional methods are manual, time-consuming, and rely on multiple platforms.</a:t>
            </a:r>
          </a:p>
          <a:p>
            <a:pPr algn="just"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 Our proposed system is a fully automated video generation bot, streamlining the process from keyword-based script generation to final video rendering.</a:t>
            </a:r>
          </a:p>
          <a:p>
            <a:pPr algn="just"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 It integrates ChatGPT for scripts, EdgeTTS for voiceovers, Whisper for captions, and Python-based video processing.</a:t>
            </a:r>
          </a:p>
          <a:p>
            <a:pPr algn="just"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 Built with a user-friendly Streamlit interface, the system ensures full automation with flexibility for user customization. </a:t>
            </a:r>
          </a:p>
        </p:txBody>
      </p:sp>
    </p:spTree>
    <p:extLst>
      <p:ext uri="{BB962C8B-B14F-4D97-AF65-F5344CB8AC3E}">
        <p14:creationId xmlns:p14="http://schemas.microsoft.com/office/powerpoint/2010/main" val="338038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14657" y="1794148"/>
            <a:ext cx="3355107" cy="3269704"/>
          </a:xfrm>
          <a:custGeom>
            <a:avLst/>
            <a:gdLst/>
            <a:ahLst/>
            <a:cxnLst/>
            <a:rect l="l" t="t" r="r" b="b"/>
            <a:pathLst>
              <a:path w="5032660" h="4904556">
                <a:moveTo>
                  <a:pt x="0" y="0"/>
                </a:moveTo>
                <a:lnTo>
                  <a:pt x="5032660" y="0"/>
                </a:lnTo>
                <a:lnTo>
                  <a:pt x="5032660" y="4904556"/>
                </a:lnTo>
                <a:lnTo>
                  <a:pt x="0" y="490455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3498" y="885081"/>
            <a:ext cx="5232502" cy="77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762398"/>
            <a:ext cx="7352166" cy="463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1354" lvl="1" indent="-260677" algn="just">
              <a:lnSpc>
                <a:spcPts val="3259"/>
              </a:lnSpc>
              <a:spcBef>
                <a:spcPct val="0"/>
              </a:spcBef>
              <a:buFont typeface="Arial"/>
              <a:buChar char="•"/>
            </a:pPr>
            <a:r>
              <a:rPr lang="en-US" sz="2415" spc="14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rapid rise of social media platforms has created a high demand for video content.</a:t>
            </a:r>
          </a:p>
          <a:p>
            <a:pPr marL="521354" lvl="1" indent="-260677" algn="just">
              <a:lnSpc>
                <a:spcPts val="3259"/>
              </a:lnSpc>
              <a:spcBef>
                <a:spcPct val="0"/>
              </a:spcBef>
              <a:buFont typeface="Arial"/>
              <a:buChar char="•"/>
            </a:pPr>
            <a:r>
              <a:rPr lang="en-US" sz="2415" spc="14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Content creators face challenges such as brainstorming ideas, generating scripts, creating captions, and editing videos.</a:t>
            </a:r>
          </a:p>
          <a:p>
            <a:pPr marL="521354" lvl="1" indent="-260677" algn="just">
              <a:lnSpc>
                <a:spcPts val="3259"/>
              </a:lnSpc>
              <a:spcBef>
                <a:spcPct val="0"/>
              </a:spcBef>
              <a:buFont typeface="Arial"/>
              <a:buChar char="•"/>
            </a:pPr>
            <a:r>
              <a:rPr lang="en-US" sz="2415" spc="14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aims to simplify the video creation process by automating every step, from topic selection to final video output and social media upload.</a:t>
            </a:r>
          </a:p>
          <a:p>
            <a:pPr algn="just">
              <a:lnSpc>
                <a:spcPts val="3259"/>
              </a:lnSpc>
              <a:spcBef>
                <a:spcPct val="0"/>
              </a:spcBef>
            </a:pPr>
            <a:endParaRPr lang="en-US" sz="2415" spc="145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35660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3373381" y="-1411855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09600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8422118" y="-973100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-5282649">
            <a:off x="10669524" y="176916"/>
            <a:ext cx="2678138" cy="913915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47232" y="969969"/>
            <a:ext cx="2227245" cy="2247678"/>
          </a:xfrm>
          <a:custGeom>
            <a:avLst/>
            <a:gdLst/>
            <a:ahLst/>
            <a:cxnLst/>
            <a:rect l="l" t="t" r="r" b="b"/>
            <a:pathLst>
              <a:path w="3340867" h="3371517">
                <a:moveTo>
                  <a:pt x="0" y="0"/>
                </a:moveTo>
                <a:lnTo>
                  <a:pt x="3340867" y="0"/>
                </a:lnTo>
                <a:lnTo>
                  <a:pt x="3340867" y="3371518"/>
                </a:lnTo>
                <a:lnTo>
                  <a:pt x="0" y="337151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8634008" y="1986452"/>
            <a:ext cx="2872193" cy="3147609"/>
          </a:xfrm>
          <a:custGeom>
            <a:avLst/>
            <a:gdLst/>
            <a:ahLst/>
            <a:cxnLst/>
            <a:rect l="l" t="t" r="r" b="b"/>
            <a:pathLst>
              <a:path w="4308289" h="4721413">
                <a:moveTo>
                  <a:pt x="0" y="0"/>
                </a:moveTo>
                <a:lnTo>
                  <a:pt x="4308289" y="0"/>
                </a:lnTo>
                <a:lnTo>
                  <a:pt x="4308289" y="4721413"/>
                </a:lnTo>
                <a:lnTo>
                  <a:pt x="0" y="472141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49870" y="632223"/>
            <a:ext cx="5854123" cy="152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Purpose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2121933"/>
            <a:ext cx="7212639" cy="408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94" lvl="1" indent="-257748" algn="just">
              <a:lnSpc>
                <a:spcPts val="322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43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develop a fully automated system that streamlines content creation for social media.</a:t>
            </a:r>
          </a:p>
          <a:p>
            <a:pPr marL="515494" lvl="1" indent="-257748" algn="just">
              <a:lnSpc>
                <a:spcPts val="322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43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creators with an end-to-end solution, reducing manual effort and saving time.</a:t>
            </a:r>
          </a:p>
          <a:p>
            <a:pPr marL="515494" lvl="1" indent="-257748" algn="just">
              <a:lnSpc>
                <a:spcPts val="322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43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flexibility by allowing users to modify any part of the workflow while maintaining automation.</a:t>
            </a:r>
          </a:p>
          <a:p>
            <a:pPr algn="just">
              <a:lnSpc>
                <a:spcPts val="3223"/>
              </a:lnSpc>
              <a:spcBef>
                <a:spcPct val="0"/>
              </a:spcBef>
            </a:pPr>
            <a:endParaRPr lang="en-US" sz="2387" spc="143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3" name="Freeform 3"/>
          <p:cNvSpPr/>
          <p:nvPr/>
        </p:nvSpPr>
        <p:spPr>
          <a:xfrm rot="-5282649">
            <a:off x="502119" y="2568238"/>
            <a:ext cx="5044763" cy="1721525"/>
          </a:xfrm>
          <a:custGeom>
            <a:avLst/>
            <a:gdLst/>
            <a:ahLst/>
            <a:cxnLst/>
            <a:rect l="l" t="t" r="r" b="b"/>
            <a:pathLst>
              <a:path w="7567145" h="2582288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186821" y="1358376"/>
            <a:ext cx="3675358" cy="4141249"/>
          </a:xfrm>
          <a:custGeom>
            <a:avLst/>
            <a:gdLst/>
            <a:ahLst/>
            <a:cxnLst/>
            <a:rect l="l" t="t" r="r" b="b"/>
            <a:pathLst>
              <a:path w="5513037" h="6211873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14607" y="1005711"/>
            <a:ext cx="5954408" cy="77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Existing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40061" y="1821168"/>
            <a:ext cx="6028954" cy="383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890" lvl="1" indent="-237445" algn="just">
              <a:lnSpc>
                <a:spcPts val="2969"/>
              </a:lnSpc>
              <a:buFont typeface="Arial"/>
              <a:buChar char="•"/>
            </a:pPr>
            <a:r>
              <a:rPr lang="en-US" sz="2199" spc="13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Current tools provide isolated solutions like script generation, captioning, or video editing.</a:t>
            </a:r>
          </a:p>
          <a:p>
            <a:pPr marL="474890" lvl="1" indent="-237445" algn="just">
              <a:lnSpc>
                <a:spcPts val="2969"/>
              </a:lnSpc>
              <a:buFont typeface="Arial"/>
              <a:buChar char="•"/>
            </a:pPr>
            <a:r>
              <a:rPr lang="en-US" sz="2199" spc="13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Users often rely on multiple platforms to complete a single project.</a:t>
            </a:r>
          </a:p>
          <a:p>
            <a:pPr marL="474890" lvl="1" indent="-237445" algn="just">
              <a:lnSpc>
                <a:spcPts val="2969"/>
              </a:lnSpc>
              <a:buFont typeface="Arial"/>
              <a:buChar char="•"/>
            </a:pPr>
            <a:r>
              <a:rPr lang="en-US" sz="2199" spc="13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These systems are time-consuming, lack integration, and are inefficient for fast-paced content creation needs.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  <a:endParaRPr lang="en-US" sz="2199" spc="131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06978" y="1610274"/>
            <a:ext cx="3518633" cy="2854365"/>
            <a:chOff x="0" y="0"/>
            <a:chExt cx="7037267" cy="5708729"/>
          </a:xfrm>
        </p:grpSpPr>
        <p:sp>
          <p:nvSpPr>
            <p:cNvPr id="4" name="Freeform 4"/>
            <p:cNvSpPr/>
            <p:nvPr/>
          </p:nvSpPr>
          <p:spPr>
            <a:xfrm>
              <a:off x="1757982" y="0"/>
              <a:ext cx="4124206" cy="4162043"/>
            </a:xfrm>
            <a:custGeom>
              <a:avLst/>
              <a:gdLst/>
              <a:ahLst/>
              <a:cxnLst/>
              <a:rect l="l" t="t" r="r" b="b"/>
              <a:pathLst>
                <a:path w="4124206" h="4162043">
                  <a:moveTo>
                    <a:pt x="0" y="0"/>
                  </a:moveTo>
                  <a:lnTo>
                    <a:pt x="4124207" y="0"/>
                  </a:lnTo>
                  <a:lnTo>
                    <a:pt x="4124207" y="4162043"/>
                  </a:lnTo>
                  <a:lnTo>
                    <a:pt x="0" y="4162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800236"/>
              <a:ext cx="7037267" cy="4908494"/>
            </a:xfrm>
            <a:custGeom>
              <a:avLst/>
              <a:gdLst/>
              <a:ahLst/>
              <a:cxnLst/>
              <a:rect l="l" t="t" r="r" b="b"/>
              <a:pathLst>
                <a:path w="7037267" h="4908494">
                  <a:moveTo>
                    <a:pt x="0" y="0"/>
                  </a:moveTo>
                  <a:lnTo>
                    <a:pt x="7037267" y="0"/>
                  </a:lnTo>
                  <a:lnTo>
                    <a:pt x="7037267" y="4908493"/>
                  </a:lnTo>
                  <a:lnTo>
                    <a:pt x="0" y="4908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99091" y="898072"/>
            <a:ext cx="6561611" cy="70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5"/>
              </a:lnSpc>
            </a:pPr>
            <a:r>
              <a:rPr lang="en-US" sz="5438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5800" y="2179026"/>
            <a:ext cx="10241190" cy="3634422"/>
            <a:chOff x="0" y="359107"/>
            <a:chExt cx="20482380" cy="7268845"/>
          </a:xfrm>
        </p:grpSpPr>
        <p:sp>
          <p:nvSpPr>
            <p:cNvPr id="8" name="TextBox 8"/>
            <p:cNvSpPr txBox="1"/>
            <p:nvPr/>
          </p:nvSpPr>
          <p:spPr>
            <a:xfrm>
              <a:off x="0" y="359107"/>
              <a:ext cx="13152140" cy="5720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4845" lvl="1" indent="-227422" algn="just">
                <a:lnSpc>
                  <a:spcPts val="2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6" spc="126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bot that automates the entire content creation process, starting from keyword input to final video rendering.</a:t>
              </a:r>
            </a:p>
            <a:p>
              <a:pPr marL="454845" lvl="1" indent="-227422" algn="just">
                <a:lnSpc>
                  <a:spcPts val="284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6" spc="126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Integrates advanced AI tools:</a:t>
              </a:r>
            </a:p>
            <a:p>
              <a:pPr marL="909689" lvl="2" indent="-303230" algn="just">
                <a:lnSpc>
                  <a:spcPts val="2843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6" spc="126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ChatGPT for script generation.</a:t>
              </a:r>
            </a:p>
            <a:p>
              <a:pPr marL="909689" lvl="2" indent="-303230" algn="just">
                <a:lnSpc>
                  <a:spcPts val="2843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6" spc="126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EdgeTTS for voiceovers.</a:t>
              </a:r>
            </a:p>
            <a:p>
              <a:pPr marL="909689" lvl="2" indent="-303230" algn="just">
                <a:lnSpc>
                  <a:spcPts val="2843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6" spc="126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Whisper for caption generation.</a:t>
              </a:r>
            </a:p>
            <a:p>
              <a:pPr algn="just">
                <a:lnSpc>
                  <a:spcPts val="2843"/>
                </a:lnSpc>
                <a:spcBef>
                  <a:spcPct val="0"/>
                </a:spcBef>
              </a:pPr>
              <a:endPara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427220"/>
              <a:ext cx="20482380" cy="2200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15222" lvl="2" indent="-305074" algn="just">
                <a:lnSpc>
                  <a:spcPts val="2861"/>
                </a:lnSpc>
                <a:buFont typeface="Arial"/>
                <a:buChar char="⚬"/>
              </a:pPr>
              <a:r>
                <a:rPr lang="en-US" sz="2119" spc="127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Python-based search engine for finding relevant video clips.</a:t>
              </a:r>
            </a:p>
            <a:p>
              <a:pPr marL="457611" lvl="1" indent="-228805" algn="just">
                <a:lnSpc>
                  <a:spcPts val="2861"/>
                </a:lnSpc>
                <a:buFont typeface="Arial"/>
                <a:buChar char="•"/>
              </a:pPr>
              <a:r>
                <a:rPr lang="en-US" sz="2119" spc="127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user-friendly GUI built with Streamlit ensures seamless interaction and complete flexibility for customization.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3" name="TextBox 3"/>
          <p:cNvSpPr txBox="1"/>
          <p:nvPr/>
        </p:nvSpPr>
        <p:spPr>
          <a:xfrm>
            <a:off x="979001" y="512420"/>
            <a:ext cx="8087457" cy="138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5"/>
              </a:lnSpc>
            </a:pPr>
            <a:r>
              <a:rPr lang="en-US" sz="543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Software and Hardware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45200" y="2360565"/>
            <a:ext cx="5232400" cy="2860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7422" lvl="1" algn="just">
              <a:lnSpc>
                <a:spcPts val="2843"/>
              </a:lnSpc>
            </a:pPr>
            <a:r>
              <a:rPr lang="en-US" sz="2133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Hardware Requirements: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Processor: </a:t>
            </a: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Intel Core i5 12500H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RAM: </a:t>
            </a: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16 GB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Storage: </a:t>
            </a: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 GB free space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GPU: </a:t>
            </a: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RTX 3050 4GB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Operating System: </a:t>
            </a: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Windows 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1402" y="2360565"/>
            <a:ext cx="4761399" cy="2860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7422" lvl="1" algn="just">
              <a:lnSpc>
                <a:spcPts val="2843"/>
              </a:lnSpc>
            </a:pPr>
            <a:r>
              <a:rPr lang="en-US" sz="2133" b="1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Software Requirements: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IDE:VS Code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Programming Language: Python 3.11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spc="126" dirty="0">
                <a:solidFill>
                  <a:srgbClr val="000000"/>
                </a:solidFill>
                <a:latin typeface="DM Sans"/>
                <a:sym typeface="DM Sans"/>
              </a:rPr>
              <a:t>Framework: Streamlit</a:t>
            </a:r>
          </a:p>
          <a:p>
            <a:pPr marL="909688" lvl="2" indent="-303229" algn="just">
              <a:lnSpc>
                <a:spcPts val="2843"/>
              </a:lnSpc>
              <a:buFont typeface="Arial"/>
              <a:buChar char="⚬"/>
            </a:pPr>
            <a:r>
              <a:rPr lang="en-US" sz="2106" spc="126" dirty="0">
                <a:solidFill>
                  <a:srgbClr val="000000"/>
                </a:solidFill>
                <a:latin typeface="DM Sans"/>
                <a:sym typeface="DM Sans"/>
              </a:rPr>
              <a:t>Libraries: OpenAI, EdgeTTS, Whisper, MoviePy, FFmpeg, NumPy, Pandas</a:t>
            </a:r>
            <a:endParaRPr lang="en-US" sz="2106" spc="126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65714" y="5946441"/>
            <a:ext cx="2580631" cy="633427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871365" y="-1243729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8585200" y="5867400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026" name="Picture 2" descr="C:\Users\DELL\Downloads\arch.drawio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79600" y="1447800"/>
            <a:ext cx="8967586" cy="4826000"/>
          </a:xfrm>
          <a:prstGeom prst="rect">
            <a:avLst/>
          </a:prstGeom>
          <a:noFill/>
        </p:spPr>
      </p:pic>
      <p:sp>
        <p:nvSpPr>
          <p:cNvPr id="14" name="TextBox 3"/>
          <p:cNvSpPr txBox="1"/>
          <p:nvPr/>
        </p:nvSpPr>
        <p:spPr>
          <a:xfrm>
            <a:off x="762000" y="635001"/>
            <a:ext cx="8890000" cy="77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137F-66C0-1208-4653-FC76DECB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C4729-96A1-27AF-5757-AFDE4EEFF312}"/>
              </a:ext>
            </a:extLst>
          </p:cNvPr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35C388D-4818-47FC-059F-C1985797C7D1}"/>
              </a:ext>
            </a:extLst>
          </p:cNvPr>
          <p:cNvSpPr/>
          <p:nvPr/>
        </p:nvSpPr>
        <p:spPr>
          <a:xfrm>
            <a:off x="-565714" y="5946441"/>
            <a:ext cx="2580631" cy="633427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F39F532-66D5-65A7-1219-6F709E284B26}"/>
              </a:ext>
            </a:extLst>
          </p:cNvPr>
          <p:cNvSpPr/>
          <p:nvPr/>
        </p:nvSpPr>
        <p:spPr>
          <a:xfrm>
            <a:off x="8871365" y="-1243729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08A330C-2AF8-64D1-D5AA-CF9960936B8F}"/>
              </a:ext>
            </a:extLst>
          </p:cNvPr>
          <p:cNvSpPr/>
          <p:nvPr/>
        </p:nvSpPr>
        <p:spPr>
          <a:xfrm>
            <a:off x="9093200" y="5887453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29FB009-659D-E9C0-D707-37C31B65DE62}"/>
              </a:ext>
            </a:extLst>
          </p:cNvPr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FF59C90-77F7-78CB-6024-B07D00C0BA2D}"/>
              </a:ext>
            </a:extLst>
          </p:cNvPr>
          <p:cNvSpPr txBox="1"/>
          <p:nvPr/>
        </p:nvSpPr>
        <p:spPr>
          <a:xfrm>
            <a:off x="762000" y="635001"/>
            <a:ext cx="8890000" cy="77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 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BA67A-AA36-C02A-5A9B-C5F4E282D4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30" y="1469712"/>
            <a:ext cx="6350000" cy="476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1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E33D-52E3-D1B4-6189-27961E84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B90CD1-CFDE-B70C-E50F-78B177F8E411}"/>
              </a:ext>
            </a:extLst>
          </p:cNvPr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C39EF34-C310-C64C-5880-8315577690C2}"/>
              </a:ext>
            </a:extLst>
          </p:cNvPr>
          <p:cNvSpPr/>
          <p:nvPr/>
        </p:nvSpPr>
        <p:spPr>
          <a:xfrm>
            <a:off x="9328565" y="-1405016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4BA69A2-4D99-C643-6640-350AB0D5DC33}"/>
              </a:ext>
            </a:extLst>
          </p:cNvPr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6005F0E1-ECFB-1EF2-C6E4-4D0EB133FFC9}"/>
              </a:ext>
            </a:extLst>
          </p:cNvPr>
          <p:cNvSpPr txBox="1"/>
          <p:nvPr/>
        </p:nvSpPr>
        <p:spPr>
          <a:xfrm>
            <a:off x="812800" y="304750"/>
            <a:ext cx="8890000" cy="77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28D8D-837F-45BA-3C9A-317CC0217B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990600"/>
            <a:ext cx="8831182" cy="573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5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105A-BA6A-2817-B183-EA5E7203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553E1C-2433-EE8E-D1D5-12CFAE2F5297}"/>
              </a:ext>
            </a:extLst>
          </p:cNvPr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9F9846B-D4EF-77CE-2EE6-2F36E490F46F}"/>
              </a:ext>
            </a:extLst>
          </p:cNvPr>
          <p:cNvSpPr/>
          <p:nvPr/>
        </p:nvSpPr>
        <p:spPr>
          <a:xfrm>
            <a:off x="-863600" y="5973589"/>
            <a:ext cx="2580631" cy="633427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C9A60F8-3B1B-6BB7-C99F-C36171B5363F}"/>
              </a:ext>
            </a:extLst>
          </p:cNvPr>
          <p:cNvSpPr/>
          <p:nvPr/>
        </p:nvSpPr>
        <p:spPr>
          <a:xfrm>
            <a:off x="8871365" y="-1243729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DB3141C-4A1D-E982-2558-D84E84C9EE59}"/>
              </a:ext>
            </a:extLst>
          </p:cNvPr>
          <p:cNvSpPr/>
          <p:nvPr/>
        </p:nvSpPr>
        <p:spPr>
          <a:xfrm>
            <a:off x="10261600" y="5467646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7785FE6-E280-2FD1-2500-FA11461D855A}"/>
              </a:ext>
            </a:extLst>
          </p:cNvPr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6B48EFA-A6D7-24DE-9A1E-8632C556A33D}"/>
              </a:ext>
            </a:extLst>
          </p:cNvPr>
          <p:cNvSpPr txBox="1"/>
          <p:nvPr/>
        </p:nvSpPr>
        <p:spPr>
          <a:xfrm>
            <a:off x="736072" y="250985"/>
            <a:ext cx="8890000" cy="77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388AE-28EC-56F8-3C5F-C6474128D0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742" y="987403"/>
            <a:ext cx="6882341" cy="555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3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7EE7-A39B-43B1-9BA1-1B343046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ED4394-4259-5EFE-843D-59CD90501600}"/>
              </a:ext>
            </a:extLst>
          </p:cNvPr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B8FA2CA-840A-2898-844F-22BA597861CD}"/>
              </a:ext>
            </a:extLst>
          </p:cNvPr>
          <p:cNvSpPr/>
          <p:nvPr/>
        </p:nvSpPr>
        <p:spPr>
          <a:xfrm>
            <a:off x="-863600" y="5973589"/>
            <a:ext cx="2580631" cy="633427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9E99970-B60B-839C-25E3-EB0BE740F561}"/>
              </a:ext>
            </a:extLst>
          </p:cNvPr>
          <p:cNvSpPr/>
          <p:nvPr/>
        </p:nvSpPr>
        <p:spPr>
          <a:xfrm>
            <a:off x="8871365" y="-1243729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CA8874-CFE8-327B-F868-A725569CBED5}"/>
              </a:ext>
            </a:extLst>
          </p:cNvPr>
          <p:cNvSpPr/>
          <p:nvPr/>
        </p:nvSpPr>
        <p:spPr>
          <a:xfrm>
            <a:off x="10261600" y="5467646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C4B2728-173D-4905-10E2-DB880F256223}"/>
              </a:ext>
            </a:extLst>
          </p:cNvPr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CAC1E0A6-9D0A-E4D1-310A-B8501867EAE3}"/>
              </a:ext>
            </a:extLst>
          </p:cNvPr>
          <p:cNvSpPr txBox="1"/>
          <p:nvPr/>
        </p:nvSpPr>
        <p:spPr>
          <a:xfrm>
            <a:off x="1251513" y="150655"/>
            <a:ext cx="8890000" cy="733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4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Activity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EF22F4-EA24-ACB6-991E-F607896CF8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400" y="917256"/>
            <a:ext cx="3320635" cy="568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15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50359" y="451245"/>
            <a:ext cx="4683391" cy="77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50359" y="1300846"/>
            <a:ext cx="9491283" cy="4645595"/>
            <a:chOff x="0" y="0"/>
            <a:chExt cx="5463477" cy="26741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63477" cy="2674148"/>
            </a:xfrm>
            <a:custGeom>
              <a:avLst/>
              <a:gdLst/>
              <a:ahLst/>
              <a:cxnLst/>
              <a:rect l="l" t="t" r="r" b="b"/>
              <a:pathLst>
                <a:path w="5463477" h="2674148">
                  <a:moveTo>
                    <a:pt x="8157" y="0"/>
                  </a:moveTo>
                  <a:lnTo>
                    <a:pt x="5455320" y="0"/>
                  </a:lnTo>
                  <a:cubicBezTo>
                    <a:pt x="5459824" y="0"/>
                    <a:pt x="5463477" y="3652"/>
                    <a:pt x="5463477" y="8157"/>
                  </a:cubicBezTo>
                  <a:lnTo>
                    <a:pt x="5463477" y="2665991"/>
                  </a:lnTo>
                  <a:cubicBezTo>
                    <a:pt x="5463477" y="2670496"/>
                    <a:pt x="5459824" y="2674148"/>
                    <a:pt x="5455320" y="2674148"/>
                  </a:cubicBezTo>
                  <a:lnTo>
                    <a:pt x="8157" y="2674148"/>
                  </a:lnTo>
                  <a:cubicBezTo>
                    <a:pt x="3652" y="2674148"/>
                    <a:pt x="0" y="2670496"/>
                    <a:pt x="0" y="2665991"/>
                  </a:cubicBezTo>
                  <a:lnTo>
                    <a:pt x="0" y="8157"/>
                  </a:lnTo>
                  <a:cubicBezTo>
                    <a:pt x="0" y="3652"/>
                    <a:pt x="3652" y="0"/>
                    <a:pt x="8157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5463477" cy="25884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283"/>
                </a:lnSpc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-565714" y="5946441"/>
            <a:ext cx="2580631" cy="633427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62591" y="-1522739"/>
            <a:ext cx="3320635" cy="2487457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2" y="0"/>
                </a:lnTo>
                <a:lnTo>
                  <a:pt x="4980952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2287383" y="5946441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-625756" y="-567351"/>
            <a:ext cx="1251514" cy="1347525"/>
          </a:xfrm>
          <a:custGeom>
            <a:avLst/>
            <a:gdLst/>
            <a:ahLst/>
            <a:cxnLst/>
            <a:rect l="l" t="t" r="r" b="b"/>
            <a:pathLst>
              <a:path w="1877271" h="2021288">
                <a:moveTo>
                  <a:pt x="0" y="0"/>
                </a:moveTo>
                <a:lnTo>
                  <a:pt x="1877270" y="0"/>
                </a:lnTo>
                <a:lnTo>
                  <a:pt x="1877270" y="2021287"/>
                </a:lnTo>
                <a:lnTo>
                  <a:pt x="0" y="202128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30BDED6-7529-BAF6-37BA-065810418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1372435"/>
            <a:ext cx="93472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Features a custom rendering engine for seamless video production.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Automates the entire content creation process, from script generation to video rendering.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Utilizes ChatGPT for scriptwriting and advanced generative AI for video creation.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Integrates EdgeTTS for voiceovers and Whisper for generating timed captions.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Reduces manual effort and saves time for content creators.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Offers flexibility for user modifications at any stage.</a:t>
            </a:r>
          </a:p>
          <a:p>
            <a:pPr defTabSz="60963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DM Sans" pitchFamily="2" charset="0"/>
              </a:rPr>
              <a:t>Provides an efficient, user-friendly solution for producing high-quality, social media-ready videos.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667000" y="-2667000"/>
            <a:ext cx="6858000" cy="12192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 cstate="print"/>
            <a:stretch>
              <a:fillRect l="-71867" t="-3631" r="-74156" b="-274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52932" y="5743262"/>
            <a:ext cx="3266632" cy="2229476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20473" y="6172201"/>
            <a:ext cx="2039886" cy="50069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76804" y="5693425"/>
            <a:ext cx="3068209" cy="241237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449437" y="-715087"/>
            <a:ext cx="3266632" cy="2045728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8457476" y="-1718795"/>
            <a:ext cx="2861616" cy="2580657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759290" y="6172200"/>
            <a:ext cx="2717513" cy="1909053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939549" y="-1800067"/>
            <a:ext cx="3662039" cy="27432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print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1981561" y="2443545"/>
            <a:ext cx="3264065" cy="1823796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3220987" y="-1084338"/>
            <a:ext cx="1928508" cy="19462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print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1506200" y="1508228"/>
            <a:ext cx="2383694" cy="2383694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print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713699" y="6062492"/>
            <a:ext cx="1724680" cy="1591017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 cstate="print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0960246" y="4647246"/>
            <a:ext cx="2255325" cy="769629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 cstate="print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1319092" y="-428430"/>
            <a:ext cx="2069681" cy="2228459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 cstate="print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2459202" y="2013245"/>
            <a:ext cx="7273597" cy="226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66"/>
              </a:lnSpc>
            </a:pPr>
            <a:r>
              <a:rPr lang="en-US" sz="973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Widescreen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DM Sans</vt:lpstr>
      <vt:lpstr>DM Sans Bold</vt:lpstr>
      <vt:lpstr>Gotham</vt:lpstr>
      <vt:lpstr>Gotham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Anirudh</dc:creator>
  <cp:lastModifiedBy>D Anirudh</cp:lastModifiedBy>
  <cp:revision>1</cp:revision>
  <dcterms:created xsi:type="dcterms:W3CDTF">2025-04-09T12:41:04Z</dcterms:created>
  <dcterms:modified xsi:type="dcterms:W3CDTF">2025-04-09T12:41:31Z</dcterms:modified>
</cp:coreProperties>
</file>